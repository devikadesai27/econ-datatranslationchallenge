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21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Harsher DUI Penalties Reduce Recidivism?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4112" y="1655064"/>
            <a:ext cx="8875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Discontinuity Analysis at the BAC 0.08 Threshold</a:t>
            </a:r>
          </a:p>
          <a:p>
            <a:pPr marL="0" indent="0" algn="ctr">
              <a:buNone/>
            </a:pPr>
            <a:endParaRPr lang="en-US" sz="1800" i="1" dirty="0">
              <a:solidFill>
                <a:srgbClr val="5959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i="1" dirty="0" err="1"/>
              <a:t>Boomie</a:t>
            </a:r>
            <a:r>
              <a:rPr lang="en-US" sz="1400" i="1" dirty="0"/>
              <a:t> Tran, Devika Desai, Loan Tran, Megha Chauhan, Rupal Gupta, Yasmeen </a:t>
            </a:r>
            <a:r>
              <a:rPr lang="en-US" sz="1400" i="1" dirty="0" err="1"/>
              <a:t>Rajkotwala</a:t>
            </a:r>
            <a:endParaRPr lang="en-US" sz="1400" i="1" dirty="0"/>
          </a:p>
        </p:txBody>
      </p:sp>
      <p:sp>
        <p:nvSpPr>
          <p:cNvPr id="4" name="Shape 2"/>
          <p:cNvSpPr/>
          <p:nvPr/>
        </p:nvSpPr>
        <p:spPr>
          <a:xfrm>
            <a:off x="914400" y="2240280"/>
            <a:ext cx="731520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64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7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whether crossing the legal BAC cutoff changes future recidivism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614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Regression Discontinuity Design (RDD)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72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drivers just below and just above the legal limit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RD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214,558 observations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4904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period: 1999–2007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901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variable: Recidivism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731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Setup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060704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variable: Centered BAC = min(BAC1, BAC2) − 0.08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1490472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indicator: 1 if min BAC ≥ 0.08, 0 otherwise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Cutoff: 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2350008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 two BAC readings used to match the legal rule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63440" y="731520"/>
            <a:ext cx="0" cy="41148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0146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" y="296722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3378709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BAC1 and BAC2 highly correlated (r = 0.995)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40808" y="2933700"/>
            <a:ext cx="3840480" cy="12725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7968" y="2997709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minimum BAC?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7968" y="3290316"/>
            <a:ext cx="3566160" cy="804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State law uses the minimum of the two breathalyzer readings to determine whether the driver crosses the 0.08 threshold and receives stricter penalties.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 Around the Cutoff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binned means plot of recidivism against centered BAC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65760" y="14904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linear and quadratic fitted lines around the cutoff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65760" y="2070695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3401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pattern suggests a downward jump in recidivism at the threshold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5760" y="3071963"/>
            <a:ext cx="3401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quadratic fits are similar near the cutoff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5760" y="3629327"/>
            <a:ext cx="3401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using a local RD approach around BAC = 0.08</a:t>
            </a:r>
            <a:endParaRPr lang="en-US" sz="1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F9DEDD-619A-558F-8B75-DE1DFF599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656" y="1958340"/>
            <a:ext cx="4768584" cy="26912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Assumption Checks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 Tests — Predetermined Covariates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RD regressions using covariates as the outcome instead of recidivism. These should NOT jump at the cutoff.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11040" y="731520"/>
            <a:ext cx="0" cy="34290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760" y="2103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Test (rddensity)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2480201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drivers can precisely sort themselves just below the 0.08 cutoff.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101993"/>
            <a:ext cx="256032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3101993"/>
            <a:ext cx="128016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1993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3101993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86041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3486041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8604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71800" y="3486041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0.2298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43241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null hypothesis of density continuity at the cutoff (p &gt; 0.05).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5760" y="4402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checks support the key RD assumption that individuals just below and above the cutoff are comparable.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9D283C6-DE99-8BD4-2F1D-44A56EEEC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80" y="1318924"/>
            <a:ext cx="4404211" cy="2505651"/>
          </a:xfrm>
          <a:prstGeom prst="rect">
            <a:avLst/>
          </a:prstGeom>
        </p:spPr>
      </p:pic>
      <p:sp>
        <p:nvSpPr>
          <p:cNvPr id="34" name="Text 13">
            <a:extLst>
              <a:ext uri="{FF2B5EF4-FFF2-40B4-BE49-F238E27FC236}">
                <a16:creationId xmlns:a16="http://schemas.microsoft.com/office/drawing/2014/main" id="{572FCAB2-9AFB-EF05-6F96-E45376B7D2E2}"/>
              </a:ext>
            </a:extLst>
          </p:cNvPr>
          <p:cNvSpPr/>
          <p:nvPr/>
        </p:nvSpPr>
        <p:spPr>
          <a:xfrm>
            <a:off x="746761" y="1642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 |  White  |  Age  |  Accident  |  Year  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Specification: Linear RD with Triangular Kernel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RD with triangular kernel weights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1499616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Bandwidth: |X| &lt; 0.05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1975104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kernel gives more weight to observations closer to the cutoff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670048"/>
            <a:ext cx="4160520" cy="169468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Treatment Effect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−0.0154</a:t>
            </a:r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840480" cy="752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 |  Crossing the BAC threshold reduces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recidivism by about </a:t>
            </a: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1.5 percentage points</a:t>
            </a:r>
            <a:endParaRPr lang="en-US" sz="1300" b="1" dirty="0">
              <a:solidFill>
                <a:srgbClr val="1F38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731520"/>
            <a:ext cx="0" cy="41148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749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Robustness Results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1143000"/>
            <a:ext cx="27432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1143000"/>
            <a:ext cx="109728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11430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527048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1527048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5270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(no controls)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26680" y="15270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1911096"/>
            <a:ext cx="27432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1911096"/>
            <a:ext cx="109728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9110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controls + year FE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26680" y="19110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−0.0192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295144"/>
            <a:ext cx="2743200" cy="365760"/>
          </a:xfrm>
          <a:prstGeom prst="rect">
            <a:avLst/>
          </a:prstGeom>
          <a:solidFill>
            <a:srgbClr val="EBF3FB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2295144"/>
            <a:ext cx="1097280" cy="365760"/>
          </a:xfrm>
          <a:prstGeom prst="rect">
            <a:avLst/>
          </a:prstGeom>
          <a:solidFill>
            <a:srgbClr val="EBF3FB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2951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kernel (final)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26680" y="22951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−0.0154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2679192"/>
            <a:ext cx="27432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2679192"/>
            <a:ext cx="109728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679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rdrobust (manual bw=0.05)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26680" y="267919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127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remains negative across all bandwidth choices.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Selected the Triangular Kernel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160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approach in RD analysis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4160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more weight to observations closest to the cutoff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4160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stable across alternative bandwidths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2459736"/>
            <a:ext cx="4160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terms were not jointly significant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" y="2889504"/>
            <a:ext cx="4160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 test for quadratic terms: p = 0.281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731520"/>
            <a:ext cx="0" cy="41148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749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1704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Harsher DUI penalties at the 0.08 BAC cutoff reduce repeat offending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37760" y="17007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suggests a small but meaningful deterrence effect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37760" y="2331720"/>
            <a:ext cx="384048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effect: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6948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−0.0154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74920" y="3044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recidivism: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69480" y="3044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~11.2%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74920" y="33467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reduction: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69480" y="33467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~16.6%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74920" y="3648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69480" y="3648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penalties at the BAC threshold appear to reduce repeat DUI offenses.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526</Words>
  <Application>Microsoft Office PowerPoint</Application>
  <PresentationFormat>On-screen Show (16:9)</PresentationFormat>
  <Paragraphs>90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Harsher DUI Penalties Reduce Recidivism?</dc:title>
  <dc:subject>PptxGenJS Presentation</dc:subject>
  <dc:creator>PptxGenJS</dc:creator>
  <cp:lastModifiedBy>Shivam Gupta</cp:lastModifiedBy>
  <cp:revision>2</cp:revision>
  <dcterms:created xsi:type="dcterms:W3CDTF">2026-03-15T21:55:40Z</dcterms:created>
  <dcterms:modified xsi:type="dcterms:W3CDTF">2026-03-15T22:33:01Z</dcterms:modified>
</cp:coreProperties>
</file>